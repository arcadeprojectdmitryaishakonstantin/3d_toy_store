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4" r:id="rId8"/>
    <p:sldId id="265" r:id="rId9"/>
    <p:sldId id="260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33" d="100"/>
          <a:sy n="33" d="100"/>
        </p:scale>
        <p:origin x="1622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94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01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86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95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109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88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31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3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8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59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966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6938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181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840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39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89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11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1315E3-AA67-4002-94B4-1135F23684B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E49A1-3D5F-40FB-B200-4DD83A5FA5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703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Интернет магазин игрушек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Горохов Дмитрий Иванович</a:t>
            </a:r>
          </a:p>
          <a:p>
            <a:r>
              <a:rPr lang="ru-RU" dirty="0" err="1" smtClean="0"/>
              <a:t>Байдулова</a:t>
            </a:r>
            <a:r>
              <a:rPr lang="ru-RU" dirty="0" smtClean="0"/>
              <a:t> </a:t>
            </a:r>
            <a:r>
              <a:rPr lang="ru-RU" dirty="0" err="1" smtClean="0"/>
              <a:t>Аиша</a:t>
            </a:r>
            <a:r>
              <a:rPr lang="ru-RU" dirty="0" smtClean="0"/>
              <a:t> </a:t>
            </a:r>
            <a:r>
              <a:rPr lang="ru-RU" dirty="0" err="1" smtClean="0"/>
              <a:t>Фаризовна</a:t>
            </a:r>
            <a:endParaRPr lang="ru-RU" dirty="0" smtClean="0"/>
          </a:p>
          <a:p>
            <a:r>
              <a:rPr lang="ru-RU" dirty="0" smtClean="0"/>
              <a:t>Кошевой Константин Артемович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84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10235"/>
            <a:ext cx="10515600" cy="4966728"/>
          </a:xfrm>
        </p:spPr>
        <p:txBody>
          <a:bodyPr/>
          <a:lstStyle/>
          <a:p>
            <a:r>
              <a:rPr lang="ru-RU" b="1" dirty="0"/>
              <a:t>Идея проекта</a:t>
            </a:r>
            <a:r>
              <a:rPr lang="ru-RU" dirty="0"/>
              <a:t> — создать тестовый интернет-магазин 3D-игрушек, который одновременно решает две задачи:</a:t>
            </a:r>
          </a:p>
          <a:p>
            <a:r>
              <a:rPr lang="ru-RU" dirty="0"/>
              <a:t>Даёт </a:t>
            </a:r>
            <a:r>
              <a:rPr lang="ru-RU" b="1" dirty="0"/>
              <a:t>клиенту</a:t>
            </a:r>
            <a:r>
              <a:rPr lang="ru-RU" dirty="0"/>
              <a:t> удобный каталог, расчёт доставки через Яндекс Карты и отслеживание заказа.</a:t>
            </a:r>
          </a:p>
          <a:p>
            <a:r>
              <a:rPr lang="ru-RU" dirty="0"/>
              <a:t>Даёт </a:t>
            </a:r>
            <a:r>
              <a:rPr lang="ru-RU" b="1" dirty="0"/>
              <a:t>администратору</a:t>
            </a:r>
            <a:r>
              <a:rPr lang="ru-RU" dirty="0"/>
              <a:t> (не программисту) инструменты для полного управления магазином без кода.</a:t>
            </a:r>
          </a:p>
          <a:p>
            <a:r>
              <a:rPr lang="ru-RU" dirty="0"/>
              <a:t>Проект реализован на </a:t>
            </a:r>
            <a:r>
              <a:rPr lang="ru-RU" dirty="0" err="1"/>
              <a:t>Flask</a:t>
            </a:r>
            <a:r>
              <a:rPr lang="ru-RU" dirty="0"/>
              <a:t> с интеграцией API Яндекс Карт и поддерживает одновременную работу нескольких пользователей.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761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65729"/>
            <a:ext cx="10515600" cy="5298142"/>
          </a:xfrm>
        </p:spPr>
        <p:txBody>
          <a:bodyPr>
            <a:normAutofit/>
          </a:bodyPr>
          <a:lstStyle/>
          <a:p>
            <a:r>
              <a:rPr lang="ru-RU" dirty="0"/>
              <a:t>Дать клиенту: каталог с фильтрацией по категориям, карточки товаров, расчёт доставки через Яндекс Карты, оформление и отслеживание заказа.</a:t>
            </a:r>
          </a:p>
          <a:p>
            <a:r>
              <a:rPr lang="ru-RU" dirty="0"/>
              <a:t>Дать администратору (не программисту): управление информацией о магазине, товарами и заказами через веб-интерфейс.</a:t>
            </a:r>
          </a:p>
          <a:p>
            <a:r>
              <a:rPr lang="ru-RU" dirty="0"/>
              <a:t>Обеспечить одновременную работу нескольких клиентов (</a:t>
            </a:r>
            <a:r>
              <a:rPr lang="ru-RU" dirty="0" err="1"/>
              <a:t>Flask</a:t>
            </a:r>
            <a:r>
              <a:rPr lang="ru-RU" dirty="0"/>
              <a:t>).</a:t>
            </a:r>
          </a:p>
          <a:p>
            <a:r>
              <a:rPr lang="ru-RU" dirty="0"/>
              <a:t>Интегрировать API Яндекс Карт для расчёта расстояния и отображения метки.</a:t>
            </a:r>
          </a:p>
          <a:p>
            <a:r>
              <a:rPr lang="ru-RU" dirty="0"/>
              <a:t>Хранить все данные в базе и разграничить роли клиент/админ.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87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2741" y="0"/>
            <a:ext cx="10515600" cy="1006475"/>
          </a:xfrm>
        </p:spPr>
        <p:txBody>
          <a:bodyPr/>
          <a:lstStyle/>
          <a:p>
            <a:r>
              <a:rPr lang="ru-RU" dirty="0" smtClean="0"/>
              <a:t>Использованные технологии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0282" y="1207059"/>
            <a:ext cx="10515600" cy="4521387"/>
          </a:xfrm>
        </p:spPr>
        <p:txBody>
          <a:bodyPr>
            <a:noAutofit/>
          </a:bodyPr>
          <a:lstStyle/>
          <a:p>
            <a:r>
              <a:rPr lang="en-US" sz="3600" b="1" dirty="0"/>
              <a:t>Python + Flask</a:t>
            </a:r>
            <a:r>
              <a:rPr lang="en-US" sz="3600" dirty="0"/>
              <a:t> — </a:t>
            </a:r>
            <a:r>
              <a:rPr lang="ru-RU" sz="3600" dirty="0"/>
              <a:t>основа веб-приложения</a:t>
            </a:r>
            <a:br>
              <a:rPr lang="ru-RU" sz="3600" dirty="0"/>
            </a:br>
            <a:r>
              <a:rPr lang="en-US" sz="3600" b="1" dirty="0"/>
              <a:t>Flask-Login</a:t>
            </a:r>
            <a:r>
              <a:rPr lang="en-US" sz="3600" dirty="0"/>
              <a:t> — </a:t>
            </a:r>
            <a:r>
              <a:rPr lang="ru-RU" sz="3600" dirty="0"/>
              <a:t>вход и роли (клиент/админ)</a:t>
            </a:r>
            <a:br>
              <a:rPr lang="ru-RU" sz="3600" dirty="0"/>
            </a:br>
            <a:r>
              <a:rPr lang="en-US" sz="3600" b="1" dirty="0"/>
              <a:t>Flask-RESTful</a:t>
            </a:r>
            <a:r>
              <a:rPr lang="en-US" sz="3600" dirty="0"/>
              <a:t> — API </a:t>
            </a:r>
            <a:r>
              <a:rPr lang="ru-RU" sz="3600" dirty="0"/>
              <a:t>для товаров, корзины, доставки</a:t>
            </a:r>
            <a:br>
              <a:rPr lang="ru-RU" sz="3600" dirty="0"/>
            </a:br>
            <a:r>
              <a:rPr lang="en-US" sz="3600" b="1" dirty="0" err="1"/>
              <a:t>SQLAlchemy</a:t>
            </a:r>
            <a:r>
              <a:rPr lang="en-US" sz="3600" b="1" dirty="0"/>
              <a:t> + SQLite</a:t>
            </a:r>
            <a:r>
              <a:rPr lang="en-US" sz="3600" dirty="0"/>
              <a:t> — </a:t>
            </a:r>
            <a:r>
              <a:rPr lang="ru-RU" sz="3600" dirty="0"/>
              <a:t>база данных</a:t>
            </a:r>
            <a:br>
              <a:rPr lang="ru-RU" sz="3600" dirty="0"/>
            </a:br>
            <a:r>
              <a:rPr lang="en-US" sz="3600" b="1" dirty="0"/>
              <a:t>API </a:t>
            </a:r>
            <a:r>
              <a:rPr lang="ru-RU" sz="3600" b="1" dirty="0"/>
              <a:t>Яндекс Карт</a:t>
            </a:r>
            <a:r>
              <a:rPr lang="ru-RU" sz="3600" dirty="0"/>
              <a:t> — расчёт доставки и метка на карте</a:t>
            </a:r>
            <a:br>
              <a:rPr lang="ru-RU" sz="3600" dirty="0"/>
            </a:br>
            <a:r>
              <a:rPr lang="en-US" sz="3600" b="1" dirty="0"/>
              <a:t>Blueprints</a:t>
            </a:r>
            <a:r>
              <a:rPr lang="en-US" sz="3600" dirty="0"/>
              <a:t> — </a:t>
            </a:r>
            <a:r>
              <a:rPr lang="ru-RU" sz="3600" dirty="0"/>
              <a:t>модульная структура проекта</a:t>
            </a:r>
            <a:br>
              <a:rPr lang="ru-RU" sz="3600" dirty="0"/>
            </a:br>
            <a:r>
              <a:rPr lang="en-US" sz="3600" b="1" dirty="0"/>
              <a:t>Jinja2 + HTML/CSS</a:t>
            </a:r>
            <a:r>
              <a:rPr lang="en-US" sz="3600" dirty="0"/>
              <a:t> — </a:t>
            </a:r>
            <a:r>
              <a:rPr lang="ru-RU" sz="3600" dirty="0" smtClean="0"/>
              <a:t>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60585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un9-18.userapi.com/s/v1/ig2/7jhUtCHcbk6cD-I5jX4sZ5PHBA0HUR6g2JP8b482UJq9O-ZY1PVIQg_ALDo7KIhMO_xKynI63NlBrDfYo4nGCk-y.jpg?quality=95&amp;as=32x17,48x26,72x39,108x59,160x87,240x130,360x195,480x260,540x293,640x347,720x390,1080x586,1280x694,1440x781,1577x855&amp;from=bu&amp;u=ghRKCj6kx8jGkT3CJy-cfw_fqIeKi_1l0gmAfSOB8fw&amp;cs=1577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5" y="253839"/>
            <a:ext cx="11562602" cy="626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12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sun9-30.userapi.com/s/v1/ig2/siJA0qxIQ7_nyJdbdIVr-j3N7HuDMUohAjUqoaB3zBAzBJmcwJxKvfjmyOhRxRU2dlgb0mem1OWWvEriwD-vjutW.jpg?quality=95&amp;as=32x17,48x26,72x39,108x58,160x86,240x129,360x194,480x259,540x291,640x345,720x388,1080x582,1280x690,1440x776,1592x858&amp;from=bu&amp;cs=1592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5" y="182880"/>
            <a:ext cx="11274425" cy="607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68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sun9-85.userapi.com/s/v1/ig2/y0Q7UhGYu21WQOGi5jkHRudoEHUdDHFdAdv5igfl-CchxBZybghqkOgAb_ElIxDpqE6TYc3VWYBMH6Bw83JyfXHs.jpg?quality=95&amp;as=32x17,48x26,72x39,108x58,160x86,240x129,360x194,480x259,540x291,640x345,720x388,1080x582,1280x690,1440x776,1589x856&amp;from=bu&amp;cs=1589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0"/>
            <a:ext cx="11734800" cy="632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75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sun9-1.userapi.com/s/v1/ig2/SMI7MgJatlGIUtgCaLfeeaxJ-Q9RepMpDekyn8r3UIRphigrfpgBhHmi9UdZlxmxN8wOTfVQmpEJDieF7PkQK1eE.jpg?quality=95&amp;as=32x17,48x26,72x39,108x59,160x87,240x131,360x196,480x261,540x294,640x348,720x392,1080x588,1280x697,1440x784,1576x858&amp;from=bu&amp;cs=1576x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86" y="365760"/>
            <a:ext cx="11365274" cy="618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77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Дальнейшая реализация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ru-RU" sz="3600" b="1" dirty="0"/>
          </a:p>
          <a:p>
            <a:r>
              <a:rPr lang="ru-RU" sz="3600" b="1" dirty="0"/>
              <a:t>Онлайн-оплата</a:t>
            </a:r>
            <a:r>
              <a:rPr lang="ru-RU" sz="3600" dirty="0"/>
              <a:t> — подключить </a:t>
            </a:r>
            <a:r>
              <a:rPr lang="ru-RU" sz="3600" dirty="0" err="1"/>
              <a:t>ЮKassa</a:t>
            </a:r>
            <a:r>
              <a:rPr lang="ru-RU" sz="3600" dirty="0"/>
              <a:t> или </a:t>
            </a:r>
            <a:r>
              <a:rPr lang="ru-RU" sz="3600" dirty="0" err="1"/>
              <a:t>Stripe</a:t>
            </a:r>
            <a:endParaRPr lang="ru-RU" sz="3600" dirty="0"/>
          </a:p>
          <a:p>
            <a:r>
              <a:rPr lang="ru-RU" sz="3600" b="1" dirty="0" err="1"/>
              <a:t>Email</a:t>
            </a:r>
            <a:r>
              <a:rPr lang="ru-RU" sz="3600" b="1" dirty="0"/>
              <a:t>-уведомления</a:t>
            </a:r>
            <a:r>
              <a:rPr lang="ru-RU" sz="3600" dirty="0"/>
              <a:t> — о смене статуса заказа</a:t>
            </a:r>
          </a:p>
          <a:p>
            <a:r>
              <a:rPr lang="ru-RU" sz="3600" b="1" dirty="0"/>
              <a:t>Личный кабинет</a:t>
            </a:r>
            <a:r>
              <a:rPr lang="ru-RU" sz="3600" dirty="0"/>
              <a:t> — история заказов, избранное</a:t>
            </a:r>
          </a:p>
          <a:p>
            <a:r>
              <a:rPr lang="ru-RU" sz="3600" b="1" dirty="0"/>
              <a:t>Поиск и фильтры</a:t>
            </a:r>
            <a:r>
              <a:rPr lang="ru-RU" sz="3600" dirty="0"/>
              <a:t> — по цене, категориям, популярности</a:t>
            </a:r>
          </a:p>
          <a:p>
            <a:r>
              <a:rPr lang="ru-RU" sz="3600" b="1" dirty="0"/>
              <a:t>Отзывы и рейтинги</a:t>
            </a:r>
            <a:r>
              <a:rPr lang="ru-RU" sz="3600" dirty="0"/>
              <a:t> — на товары</a:t>
            </a:r>
          </a:p>
          <a:p>
            <a:r>
              <a:rPr lang="ru-RU" sz="3600" b="1" dirty="0"/>
              <a:t>Статистика для админа</a:t>
            </a:r>
            <a:r>
              <a:rPr lang="ru-RU" sz="3600" dirty="0"/>
              <a:t> — графики продаж, выручка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02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034" y="2539426"/>
            <a:ext cx="9404723" cy="1400530"/>
          </a:xfrm>
        </p:spPr>
        <p:txBody>
          <a:bodyPr/>
          <a:lstStyle/>
          <a:p>
            <a:r>
              <a:rPr lang="ru-RU" sz="5400" dirty="0" smtClean="0"/>
              <a:t>Спасибо за внимание!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81197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ambria/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TM02836342[[fn=Ион]]</Template>
  <TotalTime>34</TotalTime>
  <Words>99</Words>
  <Application>Microsoft Office PowerPoint</Application>
  <PresentationFormat>Широкоэкранный</PresentationFormat>
  <Paragraphs>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Wingdings 3</vt:lpstr>
      <vt:lpstr>Ион</vt:lpstr>
      <vt:lpstr>Интернет магазин игрушек</vt:lpstr>
      <vt:lpstr>Идея проекта </vt:lpstr>
      <vt:lpstr>Задачи проекта</vt:lpstr>
      <vt:lpstr>Использованные технологии</vt:lpstr>
      <vt:lpstr>Презентация PowerPoint</vt:lpstr>
      <vt:lpstr>Презентация PowerPoint</vt:lpstr>
      <vt:lpstr>Презентация PowerPoint</vt:lpstr>
      <vt:lpstr>Презентация PowerPoint</vt:lpstr>
      <vt:lpstr>Дальнейшая реализация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Интернет магазин игрушек</dc:title>
  <dc:creator>User</dc:creator>
  <cp:lastModifiedBy>User</cp:lastModifiedBy>
  <cp:revision>4</cp:revision>
  <dcterms:created xsi:type="dcterms:W3CDTF">2026-05-14T13:05:04Z</dcterms:created>
  <dcterms:modified xsi:type="dcterms:W3CDTF">2026-05-14T14:27:34Z</dcterms:modified>
</cp:coreProperties>
</file>